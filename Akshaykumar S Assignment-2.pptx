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8" d="100"/>
          <a:sy n="68" d="100"/>
        </p:scale>
        <p:origin x="84" y="2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86F81F-43AE-7B5D-C949-795646438B3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75B3EA9-03C0-B78E-3C5D-107B65FAD5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CDFC64-E826-2BAA-41F7-5A6984E9BC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FA9CFDC-7033-79A2-9AAD-8CDE6BB772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0F38134-F82B-39A8-2197-45F9EAB934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72476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2B256C-0FB4-59B6-3632-EB89B61FF7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F0DA9AA-7652-6ED6-AC97-FEAB0B8E9D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903C7E5-70ED-6C8A-FC70-7AF2CFB80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4B2D83-6430-321D-31FB-55BAA6770D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F84984-AE3C-549E-6D86-5D885D5D05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7906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04BEB6-3D6D-1D27-68A4-2E856C564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8CF60B6-0649-9F0B-7DD0-ACECCF87AB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D71BB7-79FD-8C0B-D915-7EA8508EF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8261C3C-72BD-89A9-946F-485C6B7183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F2106DB-CE73-7AEE-FBA4-C9D05F7842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820314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F4C10A-03B2-7F53-6E36-DECF522943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04DD6A-A069-5EE6-E2C6-949EDF110CC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04777DD-07EF-7532-440A-F4EA460E742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C07BFBB-B5BE-8CFA-3AA2-39B8DA421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A8DA445-E7C8-2D3A-8430-E3F5EC03F9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613E1EF-4882-4736-A836-EDE40FEE90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10068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261EEF-F35F-7668-85D8-D280AEDE72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B048E6F-5326-9DE2-7050-197CE4979F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1ACCE1-60B1-D41F-854D-8A2186497D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136A87E-0A2F-30F5-FEAC-67B63E9E8C0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A5CB173-594F-8BB0-2E64-39F4D4078A9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B5D4271-15EC-9B18-CD0E-BEA30118C5B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7E102BF-0848-2ABE-1B47-DF4734CDF0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8FF15ED-DC88-9B34-32D8-E7EE8FECF2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81481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059162-D98F-65C7-8604-B8ECBCCB30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5C85F50-BA65-8FE4-1BF9-B1AB78A0C1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8EBB321-FCE7-2BCF-A31B-B80907626C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26829F-3536-CBC1-E929-01E6D742B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62874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A7A196C-8807-93F4-6C2F-1A52E73D4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28FFDB8-C4A9-950A-80E6-DA3C8CFD87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FF6CE24-3EB4-F339-D052-8033E7BCA6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64211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657B912-7222-4047-AB16-BF8F5A37FC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5ADDB6-1ED1-9DDF-D46A-EA4B5B0C24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2E777D-4F1A-1CDB-44BE-1981FAB9EB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B98D847-00B5-0B35-0EBA-FA552D239A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DCA041-3ECC-8ABA-ABCA-32413599DF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00D650-2363-2B4C-ED03-5C86FD60DD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73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08813F-508F-6D01-4D0B-A409507458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EFACE94-66D7-3140-E25B-AB9B9F7312E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46BFC8-E06B-E0CC-1BB2-24706513DB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6B2A26-2B93-C2A0-FC40-60D67FD8A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D94993-973D-F921-2C1B-0EFA77014A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A7E3B11-10AB-E6A4-3EC3-E4FC15C079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39643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462E22-BA2F-2C71-A75E-4C40AF84D3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25D8C6-73FF-C84E-ABB1-6D584F7145B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4FF4BA-3FF1-E920-BA74-EDE87C53B7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9D28499-25E2-896E-3864-0199170E85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1F2382-BBF0-623C-1C26-73FE7E0BC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717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1C3CDEF-2C0B-7A82-0498-88F498DCB62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C19C194-CA6A-C769-6F75-8D20B5A3F99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8B79389-C25B-2D2B-C1FF-4FF978696A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38BA34-3B4C-CAD8-F348-7B5927083FA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8A4D18B-6C1F-AA10-7112-3C32B8C899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163839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D2ABDB-C7FA-195D-4FC3-A2DA741EA9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559838-2BD8-8538-4BAB-26E0F49CC4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A62AAFC-8E83-7F12-0FB8-0BEA94FBDD06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F3449D-67CF-4FC2-BFEE-11F70F6278A6}" type="datetimeFigureOut">
              <a:rPr lang="en-US" smtClean="0"/>
              <a:t>9/23/2022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61D0CAC-5303-6E26-65EA-76A7B7F6DE8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C0319-D1DE-740D-2703-9CA93DB97F3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F8782D-7E1B-4F79-A426-4ADC705C4BC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37299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7E5B3E-BE8E-E859-6B9D-3C6B7DFB5E4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F67A4E-5E5C-E241-7E21-5B66DE23013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6518104-ABE7-2EFF-DA9C-40525103DF1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73"/>
            <a:ext cx="12192000" cy="68546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2406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Ganesh K</dc:creator>
  <cp:lastModifiedBy>Ganesh K</cp:lastModifiedBy>
  <cp:revision>1</cp:revision>
  <dcterms:created xsi:type="dcterms:W3CDTF">2022-09-23T14:24:09Z</dcterms:created>
  <dcterms:modified xsi:type="dcterms:W3CDTF">2022-09-23T14:25:21Z</dcterms:modified>
</cp:coreProperties>
</file>